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6"/>
    <p:restoredTop sz="94598"/>
  </p:normalViewPr>
  <p:slideViewPr>
    <p:cSldViewPr snapToGrid="0">
      <p:cViewPr>
        <p:scale>
          <a:sx n="71" d="100"/>
          <a:sy n="71" d="100"/>
        </p:scale>
        <p:origin x="1008" y="1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2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9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4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1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5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5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2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7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89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9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n orange cable&#10;&#10;AI-generated content may be incorrect.">
            <a:extLst>
              <a:ext uri="{FF2B5EF4-FFF2-40B4-BE49-F238E27FC236}">
                <a16:creationId xmlns:a16="http://schemas.microsoft.com/office/drawing/2014/main" id="{0C882BBE-5395-ED9B-DE8A-CE4A505643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6" y="0"/>
            <a:ext cx="12143054" cy="68857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BC829F-4DC9-8C3D-ACBA-4646DCD43C3B}"/>
              </a:ext>
            </a:extLst>
          </p:cNvPr>
          <p:cNvSpPr/>
          <p:nvPr/>
        </p:nvSpPr>
        <p:spPr>
          <a:xfrm>
            <a:off x="418432" y="220319"/>
            <a:ext cx="2133889" cy="583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289255-51B3-488A-14E0-EDE0358F7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46" y="777589"/>
            <a:ext cx="7131344" cy="916299"/>
          </a:xfrm>
        </p:spPr>
        <p:txBody>
          <a:bodyPr/>
          <a:lstStyle/>
          <a:p>
            <a:r>
              <a:rPr lang="pt-PT" noProof="0" dirty="0"/>
              <a:t>Curso de </a:t>
            </a:r>
            <a:r>
              <a:rPr lang="pt-PT" noProof="0" dirty="0" err="1"/>
              <a:t>Machine</a:t>
            </a:r>
            <a:r>
              <a:rPr lang="pt-PT" noProof="0" dirty="0"/>
              <a:t> </a:t>
            </a:r>
            <a:r>
              <a:rPr lang="pt-PT" noProof="0" dirty="0" err="1"/>
              <a:t>Learning</a:t>
            </a:r>
            <a:endParaRPr lang="pt-PT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B2A81-5DB4-D28B-7B03-BF1DF96B0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520" y="1811911"/>
            <a:ext cx="6662196" cy="796378"/>
          </a:xfrm>
        </p:spPr>
        <p:txBody>
          <a:bodyPr/>
          <a:lstStyle/>
          <a:p>
            <a:pPr algn="just"/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Bem-vindo a este curso sobre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Machine</a:t>
            </a: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Learning</a:t>
            </a: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para iniciantes.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4DD647-56FF-526C-3293-BAA9180EBE8A}"/>
              </a:ext>
            </a:extLst>
          </p:cNvPr>
          <p:cNvSpPr/>
          <p:nvPr/>
        </p:nvSpPr>
        <p:spPr>
          <a:xfrm>
            <a:off x="283520" y="3205955"/>
            <a:ext cx="248915" cy="230832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B55D8B-9730-1CE3-86D5-DD4F52B87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32" y="220319"/>
            <a:ext cx="2133889" cy="58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4317B0-4BBF-2BCA-CD3B-4A7851F6DFF6}"/>
              </a:ext>
            </a:extLst>
          </p:cNvPr>
          <p:cNvSpPr/>
          <p:nvPr/>
        </p:nvSpPr>
        <p:spPr>
          <a:xfrm>
            <a:off x="2714366" y="319275"/>
            <a:ext cx="1582267" cy="4126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1F52460-9E2E-1516-A126-72EBF0B40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367" y="292645"/>
            <a:ext cx="1582267" cy="41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517064-D525-191C-7164-4E4031A98916}"/>
              </a:ext>
            </a:extLst>
          </p:cNvPr>
          <p:cNvSpPr txBox="1"/>
          <p:nvPr/>
        </p:nvSpPr>
        <p:spPr>
          <a:xfrm>
            <a:off x="9158529" y="6009993"/>
            <a:ext cx="2984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Ricardo </a:t>
            </a:r>
            <a:r>
              <a:rPr lang="en-US" b="1" i="1" dirty="0" err="1"/>
              <a:t>Miambo</a:t>
            </a:r>
            <a:r>
              <a:rPr lang="en-US" b="1" i="1" dirty="0"/>
              <a:t> Junior</a:t>
            </a:r>
            <a:br>
              <a:rPr lang="en-US" b="1" i="1" dirty="0"/>
            </a:br>
            <a:r>
              <a:rPr lang="en-US" b="1" i="1" dirty="0" err="1"/>
              <a:t>ricardo.m.jnr@gmail.com</a:t>
            </a:r>
            <a:endParaRPr lang="en-US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01AF6-18D2-2EB3-5C92-C13823097AD3}"/>
              </a:ext>
            </a:extLst>
          </p:cNvPr>
          <p:cNvSpPr txBox="1"/>
          <p:nvPr/>
        </p:nvSpPr>
        <p:spPr>
          <a:xfrm>
            <a:off x="532435" y="3205955"/>
            <a:ext cx="60312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Introdução a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Machine</a:t>
            </a: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Learning</a:t>
            </a:r>
            <a:endParaRPr lang="pt-PT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00100" lvl="1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Conceitos básicos</a:t>
            </a:r>
          </a:p>
          <a:p>
            <a:pPr marL="800100" lvl="1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Aplicações do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Machine</a:t>
            </a: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Learning</a:t>
            </a:r>
            <a:endParaRPr lang="pt-PT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800100" lvl="1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Configuração do ambiente de desenvolvimento</a:t>
            </a:r>
          </a:p>
          <a:p>
            <a:pPr marL="342900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Algoritmos</a:t>
            </a:r>
          </a:p>
          <a:p>
            <a:pPr marL="800100" lvl="1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Regressão</a:t>
            </a:r>
          </a:p>
          <a:p>
            <a:pPr marL="800100" lvl="1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Classificação</a:t>
            </a:r>
          </a:p>
          <a:p>
            <a:pPr marL="342900" indent="-342900">
              <a:buAutoNum type="arabicPeriod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Código demonstrativo</a:t>
            </a:r>
          </a:p>
        </p:txBody>
      </p:sp>
    </p:spTree>
    <p:extLst>
      <p:ext uri="{BB962C8B-B14F-4D97-AF65-F5344CB8AC3E}">
        <p14:creationId xmlns:p14="http://schemas.microsoft.com/office/powerpoint/2010/main" val="352172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6A550-534E-F405-191F-314D10A3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n orange cable&#10;&#10;AI-generated content may be incorrect.">
            <a:extLst>
              <a:ext uri="{FF2B5EF4-FFF2-40B4-BE49-F238E27FC236}">
                <a16:creationId xmlns:a16="http://schemas.microsoft.com/office/drawing/2014/main" id="{E028FFF3-815E-80E5-DFAF-786211C2E7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6" y="0"/>
            <a:ext cx="12143054" cy="6885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D8336-289F-5598-6825-F806B4AF1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46" y="379401"/>
            <a:ext cx="6662196" cy="796378"/>
          </a:xfrm>
        </p:spPr>
        <p:txBody>
          <a:bodyPr>
            <a:normAutofit/>
          </a:bodyPr>
          <a:lstStyle/>
          <a:p>
            <a:r>
              <a:rPr lang="pt-PT" noProof="0" dirty="0"/>
              <a:t>O que e </a:t>
            </a:r>
            <a:r>
              <a:rPr lang="pt-PT" noProof="0" dirty="0" err="1"/>
              <a:t>Machine</a:t>
            </a:r>
            <a:r>
              <a:rPr lang="pt-PT" noProof="0" dirty="0"/>
              <a:t> </a:t>
            </a:r>
            <a:r>
              <a:rPr lang="pt-PT" noProof="0" dirty="0" err="1"/>
              <a:t>Learning</a:t>
            </a:r>
            <a:endParaRPr lang="pt-PT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94BED-9D36-1F4D-C861-9E508EEE8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007" y="2421510"/>
            <a:ext cx="6178707" cy="1394043"/>
          </a:xfrm>
        </p:spPr>
        <p:txBody>
          <a:bodyPr>
            <a:normAutofit/>
          </a:bodyPr>
          <a:lstStyle/>
          <a:p>
            <a:pPr algn="l"/>
            <a:r>
              <a:rPr lang="pt-PT" noProof="0" dirty="0"/>
              <a:t>E um campo da Inteligência Artificial que da aos computadores a habilidade de aprender sem serem explicitamente programados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0A7BE8A-A088-858E-55B4-5A7AFA0C3718}"/>
              </a:ext>
            </a:extLst>
          </p:cNvPr>
          <p:cNvSpPr/>
          <p:nvPr/>
        </p:nvSpPr>
        <p:spPr>
          <a:xfrm>
            <a:off x="283519" y="2444080"/>
            <a:ext cx="248915" cy="102446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1DE2B-9F19-BBF2-3F6A-22BE11FEE0CE}"/>
              </a:ext>
            </a:extLst>
          </p:cNvPr>
          <p:cNvSpPr txBox="1"/>
          <p:nvPr/>
        </p:nvSpPr>
        <p:spPr>
          <a:xfrm>
            <a:off x="532435" y="3815555"/>
            <a:ext cx="6018836" cy="1203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Machine</a:t>
            </a: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pt-PT" noProof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learning</a:t>
            </a: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 como uma forma de automação.</a:t>
            </a:r>
          </a:p>
          <a:p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“em vez de escrevermos regras de logica, nos fornecemos dados e o algoritmo descobre as regras sozinho</a:t>
            </a:r>
            <a:endParaRPr lang="pt-PT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29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8994-D5B3-6ACA-201C-77E5F08B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n orange cable&#10;&#10;AI-generated content may be incorrect.">
            <a:extLst>
              <a:ext uri="{FF2B5EF4-FFF2-40B4-BE49-F238E27FC236}">
                <a16:creationId xmlns:a16="http://schemas.microsoft.com/office/drawing/2014/main" id="{E6FE7FB1-11E0-6CE2-5F81-E8AD42F110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6" y="0"/>
            <a:ext cx="12143054" cy="6885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A1A9B6-3C66-D0D3-4A8F-4172DD8A8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46" y="379401"/>
            <a:ext cx="6896768" cy="1024466"/>
          </a:xfrm>
        </p:spPr>
        <p:txBody>
          <a:bodyPr>
            <a:normAutofit fontScale="90000"/>
          </a:bodyPr>
          <a:lstStyle/>
          <a:p>
            <a:r>
              <a:rPr lang="pt-PT" dirty="0"/>
              <a:t>Aplicações do</a:t>
            </a:r>
            <a:r>
              <a:rPr lang="pt-PT" noProof="0" dirty="0"/>
              <a:t> </a:t>
            </a:r>
            <a:r>
              <a:rPr lang="pt-PT" noProof="0" dirty="0" err="1"/>
              <a:t>Machine</a:t>
            </a:r>
            <a:r>
              <a:rPr lang="pt-PT" noProof="0" dirty="0"/>
              <a:t> </a:t>
            </a:r>
            <a:r>
              <a:rPr lang="pt-PT" noProof="0" dirty="0" err="1"/>
              <a:t>Learning</a:t>
            </a:r>
            <a:endParaRPr lang="pt-PT" noProof="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014828-A4E6-331D-E750-7676838B5347}"/>
              </a:ext>
            </a:extLst>
          </p:cNvPr>
          <p:cNvSpPr/>
          <p:nvPr/>
        </p:nvSpPr>
        <p:spPr>
          <a:xfrm>
            <a:off x="422997" y="1783268"/>
            <a:ext cx="92999" cy="92333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19C4C-B924-E37A-EE8C-FADF954D94FE}"/>
              </a:ext>
            </a:extLst>
          </p:cNvPr>
          <p:cNvSpPr txBox="1"/>
          <p:nvPr/>
        </p:nvSpPr>
        <p:spPr>
          <a:xfrm>
            <a:off x="515996" y="1783268"/>
            <a:ext cx="6018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/>
              <a:t>Reconhecimento Facial</a:t>
            </a:r>
          </a:p>
          <a:p>
            <a:r>
              <a:rPr lang="pt-PT" dirty="0"/>
              <a:t>Ex: desbloqueio do iPhone, marcação automática em fotos</a:t>
            </a:r>
            <a:endParaRPr lang="pt-PT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4DC5B32-ACBF-7238-E0E2-4342B2FE368A}"/>
              </a:ext>
            </a:extLst>
          </p:cNvPr>
          <p:cNvSpPr/>
          <p:nvPr/>
        </p:nvSpPr>
        <p:spPr>
          <a:xfrm>
            <a:off x="422997" y="2978879"/>
            <a:ext cx="92999" cy="6463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6AD95-F7B3-B89D-77FE-290A2BB5531C}"/>
              </a:ext>
            </a:extLst>
          </p:cNvPr>
          <p:cNvSpPr txBox="1"/>
          <p:nvPr/>
        </p:nvSpPr>
        <p:spPr>
          <a:xfrm>
            <a:off x="515996" y="2978879"/>
            <a:ext cx="6018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/>
              <a:t>Sistemas de Recomendação</a:t>
            </a:r>
          </a:p>
          <a:p>
            <a:r>
              <a:rPr lang="pt-PT" dirty="0"/>
              <a:t>Ex: sugestões no Netflix, </a:t>
            </a:r>
            <a:r>
              <a:rPr lang="pt-PT" dirty="0" err="1"/>
              <a:t>Spotify</a:t>
            </a:r>
            <a:r>
              <a:rPr lang="pt-PT" dirty="0"/>
              <a:t> e outros.</a:t>
            </a:r>
            <a:endParaRPr lang="pt-PT" noProof="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A7199D-74E7-9F08-15F5-608D27CE1888}"/>
              </a:ext>
            </a:extLst>
          </p:cNvPr>
          <p:cNvSpPr/>
          <p:nvPr/>
        </p:nvSpPr>
        <p:spPr>
          <a:xfrm>
            <a:off x="422997" y="3897491"/>
            <a:ext cx="92999" cy="646331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5417F-64D3-63C5-EFD0-CC2630CBAEEA}"/>
              </a:ext>
            </a:extLst>
          </p:cNvPr>
          <p:cNvSpPr txBox="1"/>
          <p:nvPr/>
        </p:nvSpPr>
        <p:spPr>
          <a:xfrm>
            <a:off x="515996" y="3897491"/>
            <a:ext cx="4611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/>
              <a:t>Veículos Autónomos</a:t>
            </a:r>
          </a:p>
          <a:p>
            <a:r>
              <a:rPr lang="pt-PT" dirty="0"/>
              <a:t>Ex: Tesla </a:t>
            </a:r>
            <a:r>
              <a:rPr lang="pt-PT" dirty="0" err="1"/>
              <a:t>Autopilot</a:t>
            </a:r>
            <a:r>
              <a:rPr lang="pt-PT" dirty="0"/>
              <a:t>, </a:t>
            </a:r>
            <a:r>
              <a:rPr lang="pt-PT" dirty="0" err="1"/>
              <a:t>Wayno</a:t>
            </a:r>
            <a:endParaRPr lang="pt-PT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83357B4-B6EE-6852-1128-7BC40F18A408}"/>
              </a:ext>
            </a:extLst>
          </p:cNvPr>
          <p:cNvSpPr/>
          <p:nvPr/>
        </p:nvSpPr>
        <p:spPr>
          <a:xfrm>
            <a:off x="422997" y="4819226"/>
            <a:ext cx="92999" cy="646331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3839CB-224B-C732-13CD-F15F0B3BA0F8}"/>
              </a:ext>
            </a:extLst>
          </p:cNvPr>
          <p:cNvSpPr txBox="1"/>
          <p:nvPr/>
        </p:nvSpPr>
        <p:spPr>
          <a:xfrm>
            <a:off x="515996" y="4819226"/>
            <a:ext cx="6018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/>
              <a:t>NLP e Assistentes</a:t>
            </a:r>
          </a:p>
          <a:p>
            <a:r>
              <a:rPr lang="pt-PT" dirty="0"/>
              <a:t>Ex: Siri, Alexa, tradução automática.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06402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D64FE-7E49-EB34-C73C-33215F0F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n orange cable&#10;&#10;AI-generated content may be incorrect.">
            <a:extLst>
              <a:ext uri="{FF2B5EF4-FFF2-40B4-BE49-F238E27FC236}">
                <a16:creationId xmlns:a16="http://schemas.microsoft.com/office/drawing/2014/main" id="{E0E32F0A-2E43-C6FE-3A44-A90439F327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6" y="0"/>
            <a:ext cx="12143054" cy="6885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A8F2B6-9FE4-45C3-3CEC-1CA2AF3E7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30" y="399868"/>
            <a:ext cx="6896768" cy="646331"/>
          </a:xfrm>
        </p:spPr>
        <p:txBody>
          <a:bodyPr>
            <a:normAutofit/>
          </a:bodyPr>
          <a:lstStyle/>
          <a:p>
            <a:r>
              <a:rPr lang="pt-PT" noProof="0" dirty="0" err="1"/>
              <a:t>Machine</a:t>
            </a:r>
            <a:r>
              <a:rPr lang="pt-PT" noProof="0" dirty="0"/>
              <a:t> </a:t>
            </a:r>
            <a:r>
              <a:rPr lang="pt-PT" noProof="0" dirty="0" err="1"/>
              <a:t>Learning</a:t>
            </a:r>
            <a:endParaRPr lang="pt-PT" noProof="0" dirty="0"/>
          </a:p>
        </p:txBody>
      </p:sp>
      <p:pic>
        <p:nvPicPr>
          <p:cNvPr id="15" name="Picture 14" descr="A diagram of data analysis&#10;&#10;AI-generated content may be incorrect.">
            <a:extLst>
              <a:ext uri="{FF2B5EF4-FFF2-40B4-BE49-F238E27FC236}">
                <a16:creationId xmlns:a16="http://schemas.microsoft.com/office/drawing/2014/main" id="{B39296C6-0647-4BCD-FA38-005FCA2DC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80049"/>
            <a:ext cx="5847748" cy="49780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0F68C9-95B6-B3AE-FE0F-0917225543C1}"/>
              </a:ext>
            </a:extLst>
          </p:cNvPr>
          <p:cNvSpPr txBox="1"/>
          <p:nvPr/>
        </p:nvSpPr>
        <p:spPr>
          <a:xfrm>
            <a:off x="248252" y="1480049"/>
            <a:ext cx="55994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 err="1"/>
              <a:t>Inteligencia</a:t>
            </a:r>
            <a:r>
              <a:rPr lang="pt-PT" b="1" noProof="0" dirty="0"/>
              <a:t> Artificial</a:t>
            </a:r>
          </a:p>
          <a:p>
            <a:pPr marL="285750" indent="-285750">
              <a:buFontTx/>
              <a:buChar char="-"/>
            </a:pPr>
            <a:r>
              <a:rPr lang="pt-PT" noProof="0" dirty="0"/>
              <a:t>Conceito amplo de maquinas capazes de realizar tarefas que reque</a:t>
            </a:r>
            <a:r>
              <a:rPr lang="pt-PT" dirty="0"/>
              <a:t>rem inteligência.</a:t>
            </a:r>
          </a:p>
          <a:p>
            <a:r>
              <a:rPr lang="pt-PT" b="1" dirty="0" err="1"/>
              <a:t>Machine</a:t>
            </a:r>
            <a:r>
              <a:rPr lang="pt-PT" b="1" dirty="0"/>
              <a:t> </a:t>
            </a:r>
            <a:r>
              <a:rPr lang="pt-PT" b="1" dirty="0" err="1"/>
              <a:t>Learning</a:t>
            </a:r>
            <a:endParaRPr lang="pt-PT" b="1" dirty="0"/>
          </a:p>
          <a:p>
            <a:pPr marL="285750" indent="-285750">
              <a:buFontTx/>
              <a:buChar char="-"/>
            </a:pPr>
            <a:r>
              <a:rPr lang="pt-PT" noProof="0" dirty="0"/>
              <a:t>Subconjunto de Ai. </a:t>
            </a:r>
            <a:r>
              <a:rPr lang="pt-PT" dirty="0"/>
              <a:t>Sistemas que aprendem e melhoram com dados, sem programação explicita.</a:t>
            </a:r>
          </a:p>
          <a:p>
            <a:r>
              <a:rPr lang="pt-PT" b="1" noProof="0" dirty="0" err="1"/>
              <a:t>Deep</a:t>
            </a:r>
            <a:r>
              <a:rPr lang="pt-PT" b="1" noProof="0" dirty="0"/>
              <a:t> </a:t>
            </a:r>
            <a:r>
              <a:rPr lang="pt-PT" b="1" noProof="0" dirty="0" err="1"/>
              <a:t>Learning</a:t>
            </a:r>
            <a:endParaRPr lang="pt-PT" b="1" noProof="0" dirty="0"/>
          </a:p>
          <a:p>
            <a:pPr marL="285750" indent="-285750">
              <a:buFontTx/>
              <a:buChar char="-"/>
            </a:pPr>
            <a:r>
              <a:rPr lang="pt-PT" dirty="0"/>
              <a:t>Subconjunto do ML inspirado no cérebro humano (Redes Neurais), ideal para dados complexos como imagens e voz</a:t>
            </a:r>
          </a:p>
          <a:p>
            <a:r>
              <a:rPr lang="pt-PT" b="1" noProof="0" dirty="0"/>
              <a:t>Data </a:t>
            </a:r>
            <a:r>
              <a:rPr lang="pt-PT" b="1" noProof="0" dirty="0" err="1"/>
              <a:t>Science</a:t>
            </a:r>
            <a:endParaRPr lang="pt-PT" b="1" noProof="0" dirty="0"/>
          </a:p>
          <a:p>
            <a:pPr marL="285750" indent="-285750">
              <a:buFontTx/>
              <a:buChar char="-"/>
            </a:pPr>
            <a:r>
              <a:rPr lang="pt-PT" dirty="0"/>
              <a:t>Campo interdisciplinar que usa métodos científicos para extrair valor e conhecimento dos dados.</a:t>
            </a:r>
          </a:p>
          <a:p>
            <a:r>
              <a:rPr lang="pt-PT" b="1" noProof="0" dirty="0"/>
              <a:t>Data </a:t>
            </a:r>
            <a:r>
              <a:rPr lang="pt-PT" b="1" noProof="0" dirty="0" err="1"/>
              <a:t>Analy</a:t>
            </a:r>
            <a:r>
              <a:rPr lang="pt-PT" b="1" dirty="0"/>
              <a:t>st</a:t>
            </a:r>
          </a:p>
          <a:p>
            <a:r>
              <a:rPr lang="pt-PT" noProof="0" dirty="0"/>
              <a:t>- Foca em analisar dados históricos para responder perguntas. “</a:t>
            </a:r>
            <a:r>
              <a:rPr lang="pt-PT" dirty="0"/>
              <a:t>O que aconteceu?”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289580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2889-FD52-1AC7-8BA5-F5D51931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n orange cable&#10;&#10;AI-generated content may be incorrect.">
            <a:extLst>
              <a:ext uri="{FF2B5EF4-FFF2-40B4-BE49-F238E27FC236}">
                <a16:creationId xmlns:a16="http://schemas.microsoft.com/office/drawing/2014/main" id="{EADDAE19-A821-CBD6-408C-5AD0B2CD7A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6" y="0"/>
            <a:ext cx="12143054" cy="68857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7A7D4-F66D-10EA-2B6E-F95DA808D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30" y="399868"/>
            <a:ext cx="6896768" cy="646331"/>
          </a:xfrm>
        </p:spPr>
        <p:txBody>
          <a:bodyPr>
            <a:normAutofit/>
          </a:bodyPr>
          <a:lstStyle/>
          <a:p>
            <a:r>
              <a:rPr lang="pt-PT" noProof="0" dirty="0"/>
              <a:t>Pronto para começar?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5EF1B5-2C78-C23E-0477-EA7078C03ABD}"/>
              </a:ext>
            </a:extLst>
          </p:cNvPr>
          <p:cNvSpPr txBox="1"/>
          <p:nvPr/>
        </p:nvSpPr>
        <p:spPr>
          <a:xfrm>
            <a:off x="514432" y="2402540"/>
            <a:ext cx="68967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/>
              <a:t>“ </a:t>
            </a:r>
            <a:r>
              <a:rPr lang="pt-PT" noProof="0" dirty="0"/>
              <a:t>A melhor forma d  </a:t>
            </a:r>
            <a:r>
              <a:rPr lang="pt-PT" b="1" noProof="0" dirty="0"/>
              <a:t>aprender </a:t>
            </a:r>
            <a:r>
              <a:rPr lang="pt-PT" noProof="0" dirty="0"/>
              <a:t>e </a:t>
            </a:r>
            <a:r>
              <a:rPr lang="pt-PT" b="1" dirty="0"/>
              <a:t>fazendo. </a:t>
            </a:r>
            <a:r>
              <a:rPr lang="pt-PT" dirty="0"/>
              <a:t>Neste curso, não valos somente apresentar teorias, vamos construir </a:t>
            </a:r>
            <a:r>
              <a:rPr lang="pt-PT" b="1" dirty="0"/>
              <a:t>modelos reais </a:t>
            </a:r>
            <a:r>
              <a:rPr lang="pt-PT" dirty="0"/>
              <a:t>juntos “</a:t>
            </a:r>
            <a:endParaRPr lang="pt-PT" noProof="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030E3E-B9B3-367E-EBDA-A31568D246D9}"/>
              </a:ext>
            </a:extLst>
          </p:cNvPr>
          <p:cNvSpPr/>
          <p:nvPr/>
        </p:nvSpPr>
        <p:spPr>
          <a:xfrm>
            <a:off x="720508" y="4177553"/>
            <a:ext cx="5249986" cy="155985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AC0E7-F6F5-E639-A8EF-A5FDCEAE5C03}"/>
              </a:ext>
            </a:extLst>
          </p:cNvPr>
          <p:cNvSpPr txBox="1"/>
          <p:nvPr/>
        </p:nvSpPr>
        <p:spPr>
          <a:xfrm>
            <a:off x="860299" y="4357317"/>
            <a:ext cx="4970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 que você precisa ter:</a:t>
            </a:r>
          </a:p>
          <a:p>
            <a:endParaRPr lang="pt-PT" b="1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Noções básicas de </a:t>
            </a:r>
            <a:r>
              <a:rPr lang="pt-PT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  <a:endParaRPr lang="pt-PT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pt-PT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Curiosidade</a:t>
            </a: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51658983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274</Words>
  <Application>Microsoft Macintosh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VanillaVTI</vt:lpstr>
      <vt:lpstr>Curso de Machine Learning</vt:lpstr>
      <vt:lpstr>O que e Machine Learning</vt:lpstr>
      <vt:lpstr>Aplicações do Machine Learning</vt:lpstr>
      <vt:lpstr>Machine Learning</vt:lpstr>
      <vt:lpstr>Pronto para começar?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Миамбо Жуниор Рикардо Агоштиньо</dc:creator>
  <cp:lastModifiedBy>Миамбо Жуниор Рикардо Агоштиньо</cp:lastModifiedBy>
  <cp:revision>1</cp:revision>
  <dcterms:created xsi:type="dcterms:W3CDTF">2026-02-25T08:45:53Z</dcterms:created>
  <dcterms:modified xsi:type="dcterms:W3CDTF">2026-02-25T09:53:12Z</dcterms:modified>
</cp:coreProperties>
</file>